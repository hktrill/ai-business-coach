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9144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714816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1714816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86a0b162a_0_1:notes"/>
          <p:cNvSpPr/>
          <p:nvPr>
            <p:ph idx="2" type="sldImg"/>
          </p:nvPr>
        </p:nvSpPr>
        <p:spPr>
          <a:xfrm>
            <a:off x="1714816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f86a0b162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86a0b162a_0_7:notes"/>
          <p:cNvSpPr/>
          <p:nvPr>
            <p:ph idx="2" type="sldImg"/>
          </p:nvPr>
        </p:nvSpPr>
        <p:spPr>
          <a:xfrm>
            <a:off x="1714816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f86a0b162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86a0b162a_0_12:notes"/>
          <p:cNvSpPr/>
          <p:nvPr>
            <p:ph idx="2" type="sldImg"/>
          </p:nvPr>
        </p:nvSpPr>
        <p:spPr>
          <a:xfrm>
            <a:off x="1714816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86a0b162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86a0b162a_0_17:notes"/>
          <p:cNvSpPr/>
          <p:nvPr>
            <p:ph idx="2" type="sldImg"/>
          </p:nvPr>
        </p:nvSpPr>
        <p:spPr>
          <a:xfrm>
            <a:off x="1714816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f86a0b162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86a0b162a_0_22:notes"/>
          <p:cNvSpPr/>
          <p:nvPr>
            <p:ph idx="2" type="sldImg"/>
          </p:nvPr>
        </p:nvSpPr>
        <p:spPr>
          <a:xfrm>
            <a:off x="1714816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f86a0b162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86a0b162a_0_31:notes"/>
          <p:cNvSpPr/>
          <p:nvPr>
            <p:ph idx="2" type="sldImg"/>
          </p:nvPr>
        </p:nvSpPr>
        <p:spPr>
          <a:xfrm>
            <a:off x="1714816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86a0b162a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1323689"/>
            <a:ext cx="8520600" cy="364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5038444"/>
            <a:ext cx="8520600" cy="14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8290163"/>
            <a:ext cx="5487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3823733"/>
            <a:ext cx="8520600" cy="149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8290163"/>
            <a:ext cx="5487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791156"/>
            <a:ext cx="8520600" cy="10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2048844"/>
            <a:ext cx="8520600" cy="60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8290163"/>
            <a:ext cx="5487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791156"/>
            <a:ext cx="8520600" cy="10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2048844"/>
            <a:ext cx="3999900" cy="60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2048844"/>
            <a:ext cx="3999900" cy="60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8290163"/>
            <a:ext cx="5487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791156"/>
            <a:ext cx="8520600" cy="10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8290163"/>
            <a:ext cx="5487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987733"/>
            <a:ext cx="2808000" cy="134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2470400"/>
            <a:ext cx="2808000" cy="565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8290163"/>
            <a:ext cx="5487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800267"/>
            <a:ext cx="6367800" cy="727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8290163"/>
            <a:ext cx="5487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222"/>
            <a:ext cx="4572000" cy="914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2192311"/>
            <a:ext cx="4045200" cy="263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4983244"/>
            <a:ext cx="4045200" cy="219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1287244"/>
            <a:ext cx="3837000" cy="656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8290163"/>
            <a:ext cx="5487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7521022"/>
            <a:ext cx="5998800" cy="107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8290163"/>
            <a:ext cx="5487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966444"/>
            <a:ext cx="8520600" cy="349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5603956"/>
            <a:ext cx="8520600" cy="23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8290163"/>
            <a:ext cx="5487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8290163"/>
            <a:ext cx="5487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791156"/>
            <a:ext cx="8520600" cy="10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2048844"/>
            <a:ext cx="8520600" cy="60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8290163"/>
            <a:ext cx="5487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lide-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8839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slide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8839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 title="slide-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8839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 title="slide-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8839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7" title="slide-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8839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8" title="slide-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8839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9" title="slide-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8839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